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2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6" r:id="rId3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33" Type="http://schemas.openxmlformats.org/officeDocument/2006/relationships/slide" Target="slides/slide32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?>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dirty="0">
                <a:sym typeface="Symbol"/>
              </a:rPr>
              <a:t>The Playoff Example (solved using tree diagrams in previous lecture)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23999"/>
                <a:ext cx="8686800" cy="483325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>
                    <a:sym typeface="Symbol"/>
                  </a:rPr>
                  <a:t>Two teams A and B </a:t>
                </a:r>
                <a:r>
                  <a:rPr lang="en-US" altLang="zh-CN" sz="2000" dirty="0">
                    <a:sym typeface="Symbol"/>
                  </a:rPr>
                  <a:t>play a play-off series. Whoever wins 3 games becomes champion; there are no ties. How many possible outcomes exist for team A to become the champion?</a:t>
                </a:r>
              </a:p>
              <a:p>
                <a:r>
                  <a:rPr lang="en-US" altLang="zh-CN" sz="2000" dirty="0">
                    <a:sym typeface="Symbol"/>
                  </a:rPr>
                  <a:t>The output can be represented as a bit string with up to 5 bits, where each bit corresponds to a game.</a:t>
                </a:r>
              </a:p>
              <a:p>
                <a:r>
                  <a:rPr lang="en-US" altLang="zh-CN" sz="2000" dirty="0">
                    <a:sym typeface="Symbol"/>
                  </a:rPr>
                  <a:t>1 for some bit means that team A won the game. 0 means that team B won the game. There are no ties.</a:t>
                </a:r>
              </a:p>
              <a:p>
                <a:r>
                  <a:rPr lang="en-US" altLang="zh-CN" sz="2000" dirty="0">
                    <a:sym typeface="Symbol"/>
                  </a:rPr>
                  <a:t>Total ways for A to win = number of bit strings that contain three 1s: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=10.</m:t>
                    </m:r>
                  </m:oMath>
                </a14:m>
                <a:endParaRPr lang="en-US" altLang="zh-CN" sz="2000" b="0" dirty="0"/>
              </a:p>
              <a:p>
                <a:r>
                  <a:rPr lang="en-US" altLang="zh-CN" sz="2000" dirty="0">
                    <a:sym typeface="Symbol"/>
                  </a:rPr>
                  <a:t>Total ways for B to win = number of bit strings that contain three 0s: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5, 3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=10. </m:t>
                    </m:r>
                  </m:oMath>
                </a14:m>
                <a:endParaRPr lang="en-US" altLang="zh-CN" sz="2000" dirty="0"/>
              </a:p>
              <a:p>
                <a:r>
                  <a:rPr lang="en-US" altLang="zh-CN" sz="2000" dirty="0"/>
                  <a:t>Total ways for series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+10=20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200" dirty="0"/>
              </a:p>
              <a:p>
                <a:r>
                  <a:rPr lang="en-US" altLang="zh-CN" sz="2000" dirty="0"/>
                  <a:t>Observation: There cannot be a bit string of length 5 that contains both three 1s and three 0s </a:t>
                </a:r>
              </a:p>
              <a:p>
                <a:pPr marL="0" indent="0" algn="just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23999"/>
                <a:ext cx="8686800" cy="4833257"/>
              </a:xfrm>
              <a:blipFill>
                <a:blip r:embed="rId2"/>
                <a:stretch>
                  <a:fillRect l="-702" t="-631" r="-421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7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