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6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9" r:id="rId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7" Type="http://schemas.openxmlformats.org/officeDocument/2006/relationships/slide" Target="slides/slide6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Number of </a:t>
            </a:r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-Permutations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9530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Theorem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The number of </a:t>
                </a:r>
                <a:r>
                  <a:rPr lang="en-US" altLang="zh-CN" sz="2400" i="1" dirty="0"/>
                  <a:t>k</a:t>
                </a:r>
                <a:r>
                  <a:rPr lang="en-US" altLang="zh-CN" sz="2400" dirty="0"/>
                  <a:t>-permutations of a set with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distinct elements, denoted by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is equal to</a:t>
                </a:r>
              </a:p>
              <a:p>
                <a:pPr marL="0" indent="0">
                  <a:buNone/>
                </a:pPr>
                <a:br>
                  <a:rPr lang="en-US" altLang="zh-CN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0000FF"/>
                    </a:solidFill>
                  </a:rPr>
                  <a:t>Comment: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0!</a:t>
                </a:r>
                <a:r>
                  <a:rPr lang="en-US" altLang="zh-CN" dirty="0"/>
                  <a:t>=1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953000"/>
              </a:xfrm>
              <a:blipFill>
                <a:blip r:embed="rId2"/>
                <a:stretch>
                  <a:fillRect l="-1123" t="-985" b="-406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297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