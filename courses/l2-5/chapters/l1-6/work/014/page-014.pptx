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4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83" r:id="rId15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15" Type="http://schemas.openxmlformats.org/officeDocument/2006/relationships/slide" Target="slides/slide14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?>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chemeClr val="tx1"/>
                </a:solidFill>
              </a:rPr>
              <a:t>k</a:t>
            </a:r>
            <a:r>
              <a:rPr lang="en-US" altLang="zh-CN" dirty="0">
                <a:solidFill>
                  <a:schemeClr val="tx1"/>
                </a:solidFill>
              </a:rPr>
              <a:t>-Combinations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Definition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A </a:t>
                </a:r>
                <a:r>
                  <a:rPr lang="en-US" altLang="zh-CN" sz="2400" b="1" i="1" dirty="0"/>
                  <a:t>k</a:t>
                </a:r>
                <a:r>
                  <a:rPr lang="en-US" altLang="zh-CN" sz="2400" b="1" dirty="0"/>
                  <a:t>-combination</a:t>
                </a:r>
                <a:r>
                  <a:rPr lang="en-US" altLang="zh-CN" sz="2400" dirty="0"/>
                  <a:t> of a set of </a:t>
                </a:r>
                <a:r>
                  <a:rPr lang="en-US" altLang="zh-CN" sz="2400" i="1" dirty="0"/>
                  <a:t>n</a:t>
                </a:r>
                <a:r>
                  <a:rPr lang="en-US" altLang="zh-CN" sz="2400" dirty="0"/>
                  <a:t> distinct elements is an unordered selection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elements from the set.</a:t>
                </a:r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Example 10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={1, 2, 3, 4}</m:t>
                    </m:r>
                  </m:oMath>
                </a14:m>
                <a:r>
                  <a:rPr lang="en-US" altLang="zh-CN" sz="2400" dirty="0"/>
                  <a:t>. Then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{1, 3, 4}</m:t>
                    </m:r>
                  </m:oMath>
                </a14:m>
                <a:r>
                  <a:rPr lang="en-US" altLang="zh-CN" sz="2400" dirty="0"/>
                  <a:t> is a 3-combination from </a:t>
                </a:r>
                <a:r>
                  <a:rPr lang="en-US" altLang="zh-CN" sz="2400" i="1" dirty="0"/>
                  <a:t>S</a:t>
                </a:r>
                <a:r>
                  <a:rPr lang="en-US" altLang="zh-CN" sz="2400" dirty="0"/>
                  <a:t>. Moreover,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4,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3,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4,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1, 3</m:t>
                        </m:r>
                      </m:e>
                    </m:d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 4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 all refer to the same combination (they count as one possible solution).</a:t>
                </a:r>
              </a:p>
              <a:p>
                <a:pPr marL="0" indent="0">
                  <a:buNone/>
                </a:pPr>
                <a:endParaRPr lang="en-US" altLang="zh-CN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876" t="-1039" r="-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0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