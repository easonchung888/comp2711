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6" r:id="rId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5" Type="http://schemas.openxmlformats.org/officeDocument/2006/relationships/slide" Target="slides/slide4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63058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4158297"/>
            <a:ext cx="8382000" cy="15567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5F09BFC-485B-EA59-8D75-C7EBB2533C5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8294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