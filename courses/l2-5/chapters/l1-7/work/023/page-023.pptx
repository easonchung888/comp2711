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3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0" r:id="rId2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4" Type="http://schemas.openxmlformats.org/officeDocument/2006/relationships/slide" Target="slides/slide23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?>
<Relationships xmlns="http://schemas.openxmlformats.org/package/2006/relationships"><Relationship Id="rId3" Type="http://schemas.openxmlformats.org/officeDocument/2006/relationships/image" Target="../media/image2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2.png" /><Relationship Id="rId4" Type="http://schemas.openxmlformats.org/officeDocument/2006/relationships/image" Target="../media/image17.jpeg" 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23</a:t>
            </a:r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219200" y="3505200"/>
            <a:ext cx="1676400" cy="2619004"/>
          </a:xfrm>
          <a:prstGeom prst="triangle">
            <a:avLst>
              <a:gd name="adj" fmla="val 7266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3D3C8A1-C85E-264B-B409-C075E15991CA}"/>
              </a:ext>
            </a:extLst>
          </p:cNvPr>
          <p:cNvSpPr/>
          <p:nvPr/>
        </p:nvSpPr>
        <p:spPr bwMode="auto">
          <a:xfrm>
            <a:off x="2209800" y="3467099"/>
            <a:ext cx="1676400" cy="2619004"/>
          </a:xfrm>
          <a:prstGeom prst="triangle">
            <a:avLst>
              <a:gd name="adj" fmla="val 31570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6955B-3874-8645-9F38-7561643433D8}"/>
              </a:ext>
            </a:extLst>
          </p:cNvPr>
          <p:cNvSpPr/>
          <p:nvPr/>
        </p:nvSpPr>
        <p:spPr bwMode="auto">
          <a:xfrm>
            <a:off x="2284476" y="3768247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7E46EAB7-EB17-EF49-8522-5ACBDB34A5F9}"/>
              </a:ext>
            </a:extLst>
          </p:cNvPr>
          <p:cNvSpPr/>
          <p:nvPr/>
        </p:nvSpPr>
        <p:spPr bwMode="auto">
          <a:xfrm>
            <a:off x="4876800" y="3180877"/>
            <a:ext cx="25146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81E078-3DAB-45BF-BF42-485C51E297D9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81E078-3DAB-45BF-BF42-485C51E29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74597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