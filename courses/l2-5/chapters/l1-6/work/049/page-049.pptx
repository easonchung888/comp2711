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49" saveSubsetFonts="1" autoCompressPictures="0">
  <p:sldMasterIdLst>
    <p:sldMasterId id="2147483648" r:id="rId1"/>
  </p:sldMasterIdLst>
  <p:notesMasterIdLst>
    <p:notesMasterId r:id="rId53"/>
  </p:notesMasterIdLst>
  <p:handoutMasterIdLst>
    <p:handoutMasterId r:id="rId54"/>
  </p:handoutMasterIdLst>
  <p:sldIdLst>
    <p:sldId id="394" r:id="rId50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672" autoAdjust="0"/>
    <p:restoredTop sz="94279" autoAdjust="0"/>
  </p:normalViewPr>
  <p:slideViewPr>
    <p:cSldViewPr>
      <p:cViewPr varScale="1">
        <p:scale>
          <a:sx n="150" d="100"/>
          <a:sy n="150" d="100"/>
        </p:scale>
        <p:origin x="176" y="6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2568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50" Type="http://schemas.openxmlformats.org/officeDocument/2006/relationships/slide" Target="slides/slide49.xml" /><Relationship Id="rId55" Type="http://schemas.openxmlformats.org/officeDocument/2006/relationships/presProps" Target="presProps.xml" /><Relationship Id="rId53" Type="http://schemas.openxmlformats.org/officeDocument/2006/relationships/notesMaster" Target="notesMasters/notesMaster1.xml" /><Relationship Id="rId58" Type="http://schemas.openxmlformats.org/officeDocument/2006/relationships/tableStyles" Target="tableStyles.xml" /><Relationship Id="rId56" Type="http://schemas.openxmlformats.org/officeDocument/2006/relationships/viewProps" Target="viewProps.xml" /><Relationship Id="rId54" Type="http://schemas.openxmlformats.org/officeDocument/2006/relationships/handoutMaster" Target="handoutMasters/handoutMaster1.xml" /><Relationship Id="rId1" Type="http://schemas.openxmlformats.org/officeDocument/2006/relationships/slideMaster" Target="slideMasters/slideMaster1.xml" /><Relationship Id="rId57" Type="http://schemas.openxmlformats.org/officeDocument/2006/relationships/theme" Target="theme/theme1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8213" y="752475"/>
            <a:ext cx="5008562" cy="37576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1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9.xml.rels><?xml version='1.0' encoding='utf-8'?>
<Relationships xmlns="http://schemas.openxmlformats.org/package/2006/relationships"><Relationship Id="rId2" Type="http://schemas.openxmlformats.org/officeDocument/2006/relationships/image" Target="../media/image32.png" /><Relationship Id="rId1" Type="http://schemas.openxmlformats.org/officeDocument/2006/relationships/slideLayout" Target="../slideLayouts/slideLayout2.xml" /></Relationships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BB70E-C58A-0C47-8188-40C908C65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C60BE0-C52B-EB4C-8F7F-272029496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pPr/>
              <a:t>49</a:t>
            </a: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C21A07-2DD8-374B-9225-3126967F6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06500"/>
            <a:ext cx="8102600" cy="519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800789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15719</TotalTime>
  <Words>6436</Words>
  <Application>Microsoft Macintosh PowerPoint</Application>
  <PresentationFormat>On-screen Show (4:3)</PresentationFormat>
  <Paragraphs>395</Paragraphs>
  <Slides>51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8" baseType="lpstr">
      <vt:lpstr>Arial</vt:lpstr>
      <vt:lpstr>Cambria</vt:lpstr>
      <vt:lpstr>Cambria Math</vt:lpstr>
      <vt:lpstr>Lucida Sans</vt:lpstr>
      <vt:lpstr>Symbol</vt:lpstr>
      <vt:lpstr>Wingdings</vt:lpstr>
      <vt:lpstr>Default Design</vt:lpstr>
      <vt:lpstr>Permutations and Combinations</vt:lpstr>
      <vt:lpstr>Permutations</vt:lpstr>
      <vt:lpstr>Example</vt:lpstr>
      <vt:lpstr>Permutation</vt:lpstr>
      <vt:lpstr>k-Permutation</vt:lpstr>
      <vt:lpstr>Number of k-Permutations</vt:lpstr>
      <vt:lpstr>Example</vt:lpstr>
      <vt:lpstr>Example</vt:lpstr>
      <vt:lpstr>Exercise on Strings</vt:lpstr>
      <vt:lpstr>Exercise on Seating Arrangement</vt:lpstr>
      <vt:lpstr>Exercise on Seating Arrangement</vt:lpstr>
      <vt:lpstr>Exercise on Parking Lots</vt:lpstr>
      <vt:lpstr>k-Combinations</vt:lpstr>
      <vt:lpstr>k-Combinations</vt:lpstr>
      <vt:lpstr>Number of k-Combinations</vt:lpstr>
      <vt:lpstr>Proof</vt:lpstr>
      <vt:lpstr>Example</vt:lpstr>
      <vt:lpstr>Corollary</vt:lpstr>
      <vt:lpstr>Exercise on Committee Selection</vt:lpstr>
      <vt:lpstr>Exercise on Group Selection</vt:lpstr>
      <vt:lpstr>Exercise on Ball Selection</vt:lpstr>
      <vt:lpstr>Exercise on Earring Selection</vt:lpstr>
      <vt:lpstr>PowerPoint Presentation</vt:lpstr>
      <vt:lpstr>Exercise on Seating Arrangements</vt:lpstr>
      <vt:lpstr>Poker Exercises 1</vt:lpstr>
      <vt:lpstr>Poker Exercises 2</vt:lpstr>
      <vt:lpstr>Poker Exercises 3</vt:lpstr>
      <vt:lpstr>Poker Exercises 4</vt:lpstr>
      <vt:lpstr>Combinatorial Proof and Bijection Principle</vt:lpstr>
      <vt:lpstr>Proof of C(n, k) = C(n, n-k) by Bijection Principle</vt:lpstr>
      <vt:lpstr>Example by Bijection Principle</vt:lpstr>
      <vt:lpstr>The Playoff Example (solved using tree diagrams in previous lecture)</vt:lpstr>
      <vt:lpstr>Exercise on Coin Flipping</vt:lpstr>
      <vt:lpstr>Permutations with Indistinguishable Objects</vt:lpstr>
      <vt:lpstr>Permutations with Indistinguishable Objects</vt:lpstr>
      <vt:lpstr>Proof of Theorem</vt:lpstr>
      <vt:lpstr>Distributing Objects into Boxes</vt:lpstr>
      <vt:lpstr>Distributing Objects into Boxes</vt:lpstr>
      <vt:lpstr>Distributing Objects into Boxes</vt:lpstr>
      <vt:lpstr>Combinations with Repetition</vt:lpstr>
      <vt:lpstr>Solution</vt:lpstr>
      <vt:lpstr>Comments on the Bill Example</vt:lpstr>
      <vt:lpstr>Combinations with Repetition (bars and stars)</vt:lpstr>
      <vt:lpstr>Combinations with Repetition - Cookies</vt:lpstr>
      <vt:lpstr>Example of Combinations with Repetition</vt:lpstr>
      <vt:lpstr>Exercise on Equation Solutions</vt:lpstr>
      <vt:lpstr>Exercise on Equation Solutions with minimum constraint</vt:lpstr>
      <vt:lpstr>Exercise on Equation Solutions with maximum constraint</vt:lpstr>
      <vt:lpstr>Summary</vt:lpstr>
      <vt:lpstr>Exercise on Paths 1</vt:lpstr>
      <vt:lpstr>Exercise on Paths 2 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964</cp:revision>
  <cp:lastPrinted>2026-09-29T02:33:58Z</cp:lastPrinted>
  <dcterms:created xsi:type="dcterms:W3CDTF">2012-01-21T22:53:48Z</dcterms:created>
  <dcterms:modified xsi:type="dcterms:W3CDTF">2026-09-30T01:31:42Z</dcterms:modified>
</cp:coreProperties>
</file>