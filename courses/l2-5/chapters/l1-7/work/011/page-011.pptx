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5" r:id="rId1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12" Type="http://schemas.openxmlformats.org/officeDocument/2006/relationships/slide" Target="slides/slide11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?>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What is the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constant</a:t>
                </a:r>
                <a:r>
                  <a:rPr lang="en-US" altLang="zh-CN" sz="2400" dirty="0"/>
                  <a:t> term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altLang="zh-CN" sz="2400" dirty="0"/>
                  <a:t>?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algn="just"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>
                  <a:buNone/>
                </a:pPr>
                <a:r>
                  <a:rPr lang="en-US" altLang="zh-CN" sz="2400" dirty="0"/>
                  <a:t>We need the Binomial expansion term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pt-BR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altLang="zh-CN" sz="2400" dirty="0"/>
                  <a:t> to produce a constant. We rewrite as: </a:t>
                </a:r>
              </a:p>
              <a:p>
                <a:pPr marL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−3(12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−3(12−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 marL="0">
                  <a:buNone/>
                </a:pPr>
                <a:r>
                  <a:rPr lang="en-US" altLang="zh-CN" sz="2400" dirty="0"/>
                  <a:t>For the power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 to be 0 in the constant term it must: </a:t>
                </a:r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12−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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4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=36 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=9</m:t>
                      </m:r>
                    </m:oMath>
                  </m:oMathPara>
                </a14:m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:r>
                  <a:rPr lang="en-US" altLang="zh-CN" sz="2400" dirty="0"/>
                  <a:t>Therefore, the constant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algn="just">
                  <a:buNone/>
                </a:pPr>
                <a:endParaRPr lang="en-US" altLang="zh-CN" sz="2400" dirty="0">
                  <a:solidFill>
                    <a:srgbClr val="0000FF"/>
                  </a:solidFill>
                </a:endParaRPr>
              </a:p>
              <a:p>
                <a:pPr algn="just">
                  <a:buNone/>
                </a:pPr>
                <a:r>
                  <a:rPr lang="en-US" altLang="zh-CN" sz="2400" dirty="0"/>
                  <a:t>    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43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