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8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77" r:id="rId9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9" Type="http://schemas.openxmlformats.org/officeDocument/2006/relationships/slide" Target="slides/slide8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Example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400" dirty="0"/>
                  <a:t>Suppose a saleswoman has to visit eight different cities. She must begin her trip in a specified city, but she can visit the other seven cities in any order she wants. How many possible orders can the saleswoman use when visiting these cities?</a:t>
                </a:r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Solution: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Each travel order gives a different trip schedule, so order matters here. Since the first city has been fixed, so she only needs to choose the order for the remaining 7 cities, which is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(7,7)=7!=5040 </m:t>
                    </m:r>
                  </m:oMath>
                </a14:m>
                <a:r>
                  <a:rPr lang="en-US" altLang="zh-CN" sz="2400" dirty="0"/>
                  <a:t>possible orders.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2" t="-919" r="-982" b="-2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7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