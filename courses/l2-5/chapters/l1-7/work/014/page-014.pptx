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4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59" r:id="rId15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15" Type="http://schemas.openxmlformats.org/officeDocument/2006/relationships/slide" Target="slides/slide14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?>
<Relationships xmlns="http://schemas.openxmlformats.org/package/2006/relationships"><Relationship Id="rId2" Type="http://schemas.openxmlformats.org/officeDocument/2006/relationships/image" Target="../media/image120.png" /><Relationship Id="rId1" Type="http://schemas.openxmlformats.org/officeDocument/2006/relationships/slideLayout" Target="../slideLayouts/slideLayout2.xml" 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Corollary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dirty="0"/>
                  <a:t> be a positive integer.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Proof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Using the binomial theorem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altLang="zh-CN" dirty="0"/>
                  <a:t>, we can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(1+(−1))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This proves the corollary.</a:t>
                </a:r>
              </a:p>
              <a:p>
                <a:pPr algn="just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5257800"/>
              </a:xfrm>
              <a:blipFill>
                <a:blip r:embed="rId2"/>
                <a:stretch>
                  <a:fillRect l="-1123" t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0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