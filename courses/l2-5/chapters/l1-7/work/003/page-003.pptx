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95" r:id="rId4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" Type="http://schemas.openxmlformats.org/officeDocument/2006/relationships/slide" Target="slides/slide3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?>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340DC-DDD3-4383-9614-668A8EE0901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41313"/>
      </p:ext>
    </p:extLst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?>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4391660"/>
            <a:ext cx="8458200" cy="1752600"/>
          </a:xfrm>
        </p:spPr>
        <p:txBody>
          <a:bodyPr/>
          <a:lstStyle/>
          <a:p>
            <a:r>
              <a:rPr lang="en-US" sz="2000" dirty="0"/>
              <a:t>Coefficient  of</a:t>
            </a:r>
          </a:p>
          <a:p>
            <a:pPr lvl="1">
              <a:buNone/>
            </a:pPr>
            <a:r>
              <a:rPr lang="en-US" sz="1800" dirty="0"/>
              <a:t> = </a:t>
            </a:r>
            <a:r>
              <a:rPr lang="en-US" sz="2000" dirty="0"/>
              <a:t>number of length-3 lists having y in </a:t>
            </a:r>
            <a:r>
              <a:rPr lang="en-US" sz="2000" b="1" dirty="0"/>
              <a:t>2</a:t>
            </a:r>
            <a:r>
              <a:rPr lang="en-US" sz="2000" dirty="0"/>
              <a:t> places.</a:t>
            </a:r>
            <a:endParaRPr lang="en-US" sz="1800" dirty="0"/>
          </a:p>
        </p:txBody>
      </p:sp>
      <p:pic>
        <p:nvPicPr>
          <p:cNvPr id="68915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0400" y="4343400"/>
            <a:ext cx="457200" cy="467360"/>
          </a:xfrm>
          <a:prstGeom prst="rect">
            <a:avLst/>
          </a:prstGeom>
          <a:noFill/>
        </p:spPr>
      </p:pic>
      <p:pic>
        <p:nvPicPr>
          <p:cNvPr id="68915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94813" y="4391660"/>
            <a:ext cx="533400" cy="838200"/>
          </a:xfrm>
          <a:prstGeom prst="rect">
            <a:avLst/>
          </a:prstGeom>
          <a:noFill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29" y="1809115"/>
            <a:ext cx="81248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05"/>
          <a:stretch/>
        </p:blipFill>
        <p:spPr bwMode="auto">
          <a:xfrm>
            <a:off x="609600" y="2890202"/>
            <a:ext cx="34480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09" y="3552825"/>
            <a:ext cx="80676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53D430-F4FD-2043-84F3-BAF033D04898}"/>
              </a:ext>
            </a:extLst>
          </p:cNvPr>
          <p:cNvSpPr/>
          <p:nvPr/>
        </p:nvSpPr>
        <p:spPr bwMode="auto">
          <a:xfrm>
            <a:off x="3581400" y="1600200"/>
            <a:ext cx="5105400" cy="990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0BFCF5-C415-3042-AF33-C4D9F86E1061}"/>
              </a:ext>
            </a:extLst>
          </p:cNvPr>
          <p:cNvSpPr/>
          <p:nvPr/>
        </p:nvSpPr>
        <p:spPr bwMode="auto">
          <a:xfrm>
            <a:off x="152400" y="3552825"/>
            <a:ext cx="8382000" cy="21621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ABCD7B62-F977-BDCA-9A61-DA2F7B855E6E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382000" cy="715962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9pPr>
          </a:lstStyle>
          <a:p>
            <a:pPr algn="l"/>
            <a:r>
              <a:rPr lang="en-US" altLang="zh-CN" b="0" kern="0" dirty="0">
                <a:solidFill>
                  <a:schemeClr val="tx1"/>
                </a:solidFill>
              </a:rPr>
              <a:t>Binomial Expression Expansion</a:t>
            </a:r>
            <a:endParaRPr lang="zh-CN" altLang="en-US" b="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04636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