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3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8" r:id="rId3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34" Type="http://schemas.openxmlformats.org/officeDocument/2006/relationships/slide" Target="slides/slide33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33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3746471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