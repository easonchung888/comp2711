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4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1" r:id="rId2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25" Type="http://schemas.openxmlformats.org/officeDocument/2006/relationships/slide" Target="slides/slide24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24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086103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219200" y="3505200"/>
            <a:ext cx="1676400" cy="2619004"/>
          </a:xfrm>
          <a:prstGeom prst="triangle">
            <a:avLst>
              <a:gd name="adj" fmla="val 7266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3D3C8A1-C85E-264B-B409-C075E15991CA}"/>
              </a:ext>
            </a:extLst>
          </p:cNvPr>
          <p:cNvSpPr/>
          <p:nvPr/>
        </p:nvSpPr>
        <p:spPr bwMode="auto">
          <a:xfrm>
            <a:off x="2209800" y="3467099"/>
            <a:ext cx="1676400" cy="2619004"/>
          </a:xfrm>
          <a:prstGeom prst="triangle">
            <a:avLst>
              <a:gd name="adj" fmla="val 31570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6955B-3874-8645-9F38-7561643433D8}"/>
              </a:ext>
            </a:extLst>
          </p:cNvPr>
          <p:cNvSpPr/>
          <p:nvPr/>
        </p:nvSpPr>
        <p:spPr bwMode="auto">
          <a:xfrm>
            <a:off x="2284476" y="3768247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609604"/>
            <a:ext cx="1127648" cy="2461884"/>
          </a:xfrm>
          <a:prstGeom prst="triangle">
            <a:avLst>
              <a:gd name="adj" fmla="val 8377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16B6A65-5C3D-B34F-A612-50DDC77C86A1}"/>
              </a:ext>
            </a:extLst>
          </p:cNvPr>
          <p:cNvSpPr/>
          <p:nvPr/>
        </p:nvSpPr>
        <p:spPr bwMode="auto">
          <a:xfrm>
            <a:off x="6111352" y="3609604"/>
            <a:ext cx="1127648" cy="2438400"/>
          </a:xfrm>
          <a:prstGeom prst="triangle">
            <a:avLst>
              <a:gd name="adj" fmla="val 888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1822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E22A00-E95B-43CA-85DF-4516ADE4AAA9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8E22A00-E95B-43CA-85DF-4516ADE4A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1339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