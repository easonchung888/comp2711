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8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5" r:id="rId2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28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11D749-3E26-D445-9472-44C3D357CDE1}"/>
              </a:ext>
            </a:extLst>
          </p:cNvPr>
          <p:cNvSpPr/>
          <p:nvPr/>
        </p:nvSpPr>
        <p:spPr bwMode="auto">
          <a:xfrm>
            <a:off x="5867400" y="14478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47FB4-1931-034B-9E28-6628C6770852}"/>
              </a:ext>
            </a:extLst>
          </p:cNvPr>
          <p:cNvSpPr/>
          <p:nvPr/>
        </p:nvSpPr>
        <p:spPr bwMode="auto">
          <a:xfrm>
            <a:off x="6797732" y="13716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5134E-04E9-B148-94B8-643712A74420}"/>
              </a:ext>
            </a:extLst>
          </p:cNvPr>
          <p:cNvSpPr/>
          <p:nvPr/>
        </p:nvSpPr>
        <p:spPr bwMode="auto">
          <a:xfrm>
            <a:off x="5785817" y="235448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0146D4-E66A-1A4D-A44B-332A14948177}"/>
              </a:ext>
            </a:extLst>
          </p:cNvPr>
          <p:cNvSpPr/>
          <p:nvPr/>
        </p:nvSpPr>
        <p:spPr bwMode="auto">
          <a:xfrm>
            <a:off x="4984460" y="2364213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FD260-0613-7A4C-B0EE-CB9D1E4EFDB6}"/>
              </a:ext>
            </a:extLst>
          </p:cNvPr>
          <p:cNvSpPr/>
          <p:nvPr/>
        </p:nvSpPr>
        <p:spPr bwMode="auto">
          <a:xfrm>
            <a:off x="4984460" y="328250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30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