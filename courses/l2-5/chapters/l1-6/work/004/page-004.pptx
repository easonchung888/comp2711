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5" r:id="rId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" Type="http://schemas.openxmlformats.org/officeDocument/2006/relationships/slide" Target="slides/slide4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?>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Permutation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Definition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A </a:t>
                </a:r>
                <a:r>
                  <a:rPr lang="en-US" altLang="zh-CN" b="1" dirty="0"/>
                  <a:t>permutation</a:t>
                </a:r>
                <a:r>
                  <a:rPr lang="en-US" altLang="zh-CN" dirty="0"/>
                  <a:t> of a set of distinct elements is an ordered arrangement of the elements of the set.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Example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={1, 2, 3}</m:t>
                    </m:r>
                  </m:oMath>
                </a14:m>
                <a:r>
                  <a:rPr lang="en-US" altLang="zh-CN" dirty="0"/>
                  <a:t>. The ordered arrangement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(3, 1, 2)</m:t>
                    </m:r>
                  </m:oMath>
                </a14:m>
                <a:r>
                  <a:rPr lang="en-US" altLang="zh-CN" dirty="0"/>
                  <a:t> is a permutation of </a:t>
                </a:r>
                <a:r>
                  <a:rPr lang="en-US" altLang="zh-CN" i="1" dirty="0"/>
                  <a:t>S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is a </a:t>
                </a:r>
                <a:r>
                  <a:rPr lang="en-US" altLang="zh-CN" i="1" dirty="0"/>
                  <a:t>different</a:t>
                </a:r>
                <a:r>
                  <a:rPr lang="en-US" altLang="zh-CN" dirty="0"/>
                  <a:t> permutation of </a:t>
                </a:r>
                <a:r>
                  <a:rPr lang="en-US" altLang="zh-CN" i="1" dirty="0"/>
                  <a:t>S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982" t="-1000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