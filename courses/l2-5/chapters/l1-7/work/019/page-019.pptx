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9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6" r:id="rId2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Relationship Id="rId20" Type="http://schemas.openxmlformats.org/officeDocument/2006/relationships/slide" Target="slides/slide19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?>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6.xml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Proof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28800"/>
            <a:ext cx="3810000" cy="1345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66700" y="2819400"/>
            <a:ext cx="2781300" cy="1317485"/>
            <a:chOff x="266700" y="2819400"/>
            <a:chExt cx="2781300" cy="1317485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H="1">
              <a:off x="1524000" y="2819400"/>
              <a:ext cx="685800" cy="35473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266700" y="3428999"/>
              <a:ext cx="2781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-combinations of {1,2,3,…,</a:t>
              </a:r>
              <a:r>
                <a:rPr lang="en-US" sz="2000" b="0" i="1" dirty="0"/>
                <a:t>n</a:t>
              </a:r>
              <a:r>
                <a:rPr lang="en-US" sz="2000" b="0" dirty="0"/>
                <a:t>}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791200" y="2895600"/>
            <a:ext cx="2971799" cy="1845951"/>
            <a:chOff x="5791200" y="2895600"/>
            <a:chExt cx="2971799" cy="1845951"/>
          </a:xfrm>
        </p:grpSpPr>
        <p:sp>
          <p:nvSpPr>
            <p:cNvPr id="9" name="TextBox 8"/>
            <p:cNvSpPr txBox="1"/>
            <p:nvPr/>
          </p:nvSpPr>
          <p:spPr>
            <a:xfrm>
              <a:off x="6096000" y="3418112"/>
              <a:ext cx="266699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-combinations of {1,2,3,…,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="0" dirty="0"/>
                <a:t>-1} </a:t>
              </a:r>
              <a:r>
                <a:rPr lang="en-US" sz="2000" b="0" dirty="0">
                  <a:solidFill>
                    <a:srgbClr val="FF0000"/>
                  </a:solidFill>
                </a:rPr>
                <a:t>not</a:t>
              </a:r>
              <a:r>
                <a:rPr lang="en-US" sz="2000" b="0" dirty="0"/>
                <a:t> containing last element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 bwMode="auto">
            <a:xfrm>
              <a:off x="5791200" y="2895600"/>
              <a:ext cx="914400" cy="5333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" name="Group 4"/>
          <p:cNvGrpSpPr/>
          <p:nvPr/>
        </p:nvGrpSpPr>
        <p:grpSpPr>
          <a:xfrm>
            <a:off x="1990165" y="3014536"/>
            <a:ext cx="3801035" cy="2242066"/>
            <a:chOff x="2480984" y="2960741"/>
            <a:chExt cx="3801035" cy="2242066"/>
          </a:xfrm>
        </p:grpSpPr>
        <p:sp>
          <p:nvSpPr>
            <p:cNvPr id="8" name="TextBox 7"/>
            <p:cNvSpPr txBox="1"/>
            <p:nvPr/>
          </p:nvSpPr>
          <p:spPr>
            <a:xfrm>
              <a:off x="2480984" y="4187144"/>
              <a:ext cx="38010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/>
                <a:t>#(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2000" b="0" dirty="0"/>
                <a:t>-1)-combinations of {1,2,3, …, </a:t>
              </a:r>
              <a:r>
                <a:rPr lang="en-US" sz="2000" b="0" i="1" dirty="0"/>
                <a:t>n</a:t>
              </a:r>
              <a:r>
                <a:rPr lang="en-US" sz="2000" b="0" dirty="0"/>
                <a:t>-1} containing last element</a:t>
              </a:r>
            </a:p>
          </p:txBody>
        </p:sp>
        <p:cxnSp>
          <p:nvCxnSpPr>
            <p:cNvPr id="13" name="Straight Arrow Connector 12"/>
            <p:cNvCxnSpPr>
              <a:cxnSpLocks/>
              <a:endCxn id="8" idx="0"/>
            </p:cNvCxnSpPr>
            <p:nvPr/>
          </p:nvCxnSpPr>
          <p:spPr bwMode="auto">
            <a:xfrm>
              <a:off x="3928783" y="2960741"/>
              <a:ext cx="452719" cy="12264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4" name="TextBox 13"/>
          <p:cNvSpPr txBox="1"/>
          <p:nvPr/>
        </p:nvSpPr>
        <p:spPr>
          <a:xfrm>
            <a:off x="395863" y="5715000"/>
            <a:ext cx="844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/>
              <a:t>Use the </a:t>
            </a:r>
            <a:r>
              <a:rPr lang="en-US" sz="2400" b="0" dirty="0">
                <a:solidFill>
                  <a:srgbClr val="0000FF"/>
                </a:solidFill>
              </a:rPr>
              <a:t>Sum Rule</a:t>
            </a:r>
            <a:r>
              <a:rPr lang="en-US" sz="2400" b="0" dirty="0"/>
              <a:t> for the total number of combinations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9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