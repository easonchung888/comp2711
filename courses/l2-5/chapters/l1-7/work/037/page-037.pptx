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37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45" r:id="rId38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38" Type="http://schemas.openxmlformats.org/officeDocument/2006/relationships/slide" Target="slides/slide37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7.xml.rels><?xml version='1.0' encoding='utf-8'?>
<Relationships xmlns="http://schemas.openxmlformats.org/package/2006/relationships"><Relationship Id="rId3" Type="http://schemas.openxmlformats.org/officeDocument/2006/relationships/image" Target="../media/image22.png" /><Relationship Id="rId2" Type="http://schemas.openxmlformats.org/officeDocument/2006/relationships/image" Target="../media/image150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3.png" /></Relationships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Corollary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686800" cy="5257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/>
                  <a:t>Let </a:t>
                </a:r>
                <a:r>
                  <a:rPr lang="en-US" altLang="zh-CN" sz="2400" i="1" dirty="0"/>
                  <a:t>n</a:t>
                </a:r>
                <a:r>
                  <a:rPr lang="en-US" altLang="zh-CN" sz="2400" dirty="0"/>
                  <a:t> be a nonnegative integer. Then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en-US" altLang="zh-CN" b="1" dirty="0">
                    <a:solidFill>
                      <a:srgbClr val="0000FF"/>
                    </a:solidFill>
                  </a:rPr>
                  <a:t>Proof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Using </a:t>
                </a:r>
                <a:r>
                  <a:rPr lang="en-US" altLang="zh-CN" dirty="0" err="1"/>
                  <a:t>Vandermonde's</a:t>
                </a:r>
                <a:r>
                  <a:rPr lang="en-US" altLang="zh-CN" dirty="0"/>
                  <a:t> identity with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dirty="0"/>
                  <a:t>, we can get</a:t>
                </a:r>
              </a:p>
              <a:p>
                <a:pPr marL="0" indent="0">
                  <a:buNone/>
                </a:pPr>
                <a:endParaRPr lang="en-US" altLang="zh-CN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686800" cy="5257800"/>
              </a:xfrm>
              <a:blipFill>
                <a:blip r:embed="rId2"/>
                <a:stretch>
                  <a:fillRect l="-1123" t="-812" r="-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2109982"/>
            <a:ext cx="3048000" cy="131901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4959948"/>
            <a:ext cx="6096000" cy="1299148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37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554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