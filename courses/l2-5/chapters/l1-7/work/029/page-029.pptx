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9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4" r:id="rId3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30" Type="http://schemas.openxmlformats.org/officeDocument/2006/relationships/slide" Target="slides/slide29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?>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gif" /><Relationship Id="rId1" Type="http://schemas.openxmlformats.org/officeDocument/2006/relationships/slideLayout" Target="../slideLayouts/slideLayout2.xml" 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29</a:t>
            </a:r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47FB4-1931-034B-9E28-6628C6770852}"/>
              </a:ext>
            </a:extLst>
          </p:cNvPr>
          <p:cNvSpPr/>
          <p:nvPr/>
        </p:nvSpPr>
        <p:spPr bwMode="auto">
          <a:xfrm>
            <a:off x="6797732" y="13716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4D43A-55B5-8841-B79D-9953AEB7C015}"/>
              </a:ext>
            </a:extLst>
          </p:cNvPr>
          <p:cNvSpPr/>
          <p:nvPr/>
        </p:nvSpPr>
        <p:spPr bwMode="auto">
          <a:xfrm>
            <a:off x="7759764" y="144142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B04A-3957-2D46-9A7D-A2BF37BCD259}"/>
              </a:ext>
            </a:extLst>
          </p:cNvPr>
          <p:cNvSpPr/>
          <p:nvPr/>
        </p:nvSpPr>
        <p:spPr bwMode="auto">
          <a:xfrm>
            <a:off x="7627307" y="226871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2B030-F214-1F41-8F93-DD2D1F393A8A}"/>
              </a:ext>
            </a:extLst>
          </p:cNvPr>
          <p:cNvSpPr/>
          <p:nvPr/>
        </p:nvSpPr>
        <p:spPr bwMode="auto">
          <a:xfrm>
            <a:off x="6706562" y="23622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5134E-04E9-B148-94B8-643712A74420}"/>
              </a:ext>
            </a:extLst>
          </p:cNvPr>
          <p:cNvSpPr/>
          <p:nvPr/>
        </p:nvSpPr>
        <p:spPr bwMode="auto">
          <a:xfrm>
            <a:off x="5785817" y="235448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4B16C-27AB-B64F-B212-8DB10A5174A6}"/>
              </a:ext>
            </a:extLst>
          </p:cNvPr>
          <p:cNvSpPr/>
          <p:nvPr/>
        </p:nvSpPr>
        <p:spPr bwMode="auto">
          <a:xfrm>
            <a:off x="5785817" y="329627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CFD260-0613-7A4C-B0EE-CB9D1E4EFDB6}"/>
              </a:ext>
            </a:extLst>
          </p:cNvPr>
          <p:cNvSpPr/>
          <p:nvPr/>
        </p:nvSpPr>
        <p:spPr bwMode="auto">
          <a:xfrm>
            <a:off x="4984460" y="328250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43E10C-C7BC-204A-AA70-428C333D6A30}"/>
              </a:ext>
            </a:extLst>
          </p:cNvPr>
          <p:cNvSpPr/>
          <p:nvPr/>
        </p:nvSpPr>
        <p:spPr bwMode="auto">
          <a:xfrm>
            <a:off x="498446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9403D-DDD4-A84D-A6B8-2319E92840AE}"/>
              </a:ext>
            </a:extLst>
          </p:cNvPr>
          <p:cNvSpPr/>
          <p:nvPr/>
        </p:nvSpPr>
        <p:spPr bwMode="auto">
          <a:xfrm>
            <a:off x="586740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3E373-8AE7-DA4E-B3D2-2E26EFA0B3B4}"/>
              </a:ext>
            </a:extLst>
          </p:cNvPr>
          <p:cNvSpPr/>
          <p:nvPr/>
        </p:nvSpPr>
        <p:spPr bwMode="auto">
          <a:xfrm>
            <a:off x="6747849" y="3261806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34908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