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8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54" r:id="rId9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9" Type="http://schemas.openxmlformats.org/officeDocument/2006/relationships/slide" Target="slides/slide8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?>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Proof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/>
                  <a:t>We give a combinatorial proof of the theorem.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en-US" altLang="zh-CN" sz="2400" dirty="0"/>
                  <a:t>When we expand the product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400" dirty="0"/>
                  <a:t>, the terms are of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CN" sz="2400" dirty="0"/>
                  <a:t> for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=0, 1, …,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/>
                  <a:t>. </a:t>
                </a:r>
              </a:p>
              <a:p>
                <a:r>
                  <a:rPr lang="en-US" altLang="zh-CN" sz="2400" dirty="0"/>
                  <a:t>To</a:t>
                </a:r>
                <a:r>
                  <a:rPr lang="en-US" altLang="zh-CN" dirty="0"/>
                  <a:t> obtain a term</a:t>
                </a:r>
                <a:r>
                  <a:rPr lang="en-US" altLang="zh-CN" sz="2400" dirty="0"/>
                  <a:t> of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CN" sz="2400" dirty="0"/>
                  <a:t>, it is necessary to choose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sz="2400" i="1" dirty="0"/>
                  <a:t>’</a:t>
                </a:r>
                <a:r>
                  <a:rPr lang="en-US" altLang="zh-CN" sz="2400" dirty="0"/>
                  <a:t>s from the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/>
                  <a:t> sums so that the other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400" dirty="0"/>
                  <a:t> terms in the product are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i="1" dirty="0"/>
                  <a:t>’</a:t>
                </a:r>
                <a:r>
                  <a:rPr lang="en-US" altLang="zh-CN" sz="2400" dirty="0"/>
                  <a:t>s. </a:t>
                </a:r>
              </a:p>
              <a:p>
                <a:r>
                  <a:rPr lang="en-US" altLang="zh-CN" sz="2400" dirty="0"/>
                  <a:t>Therefore, the coefficient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altLang="zh-CN" sz="2400" dirty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2400" dirty="0"/>
                  <a:t> 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4876800"/>
              </a:xfrm>
              <a:blipFill>
                <a:blip r:embed="rId2"/>
                <a:stretch>
                  <a:fillRect l="-1123" t="-875" r="-1614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2994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