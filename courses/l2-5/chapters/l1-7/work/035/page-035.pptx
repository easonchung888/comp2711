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5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09" r:id="rId3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36" Type="http://schemas.openxmlformats.org/officeDocument/2006/relationships/slide" Target="slides/slide35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?>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260.png" /><Relationship Id="rId1" Type="http://schemas.openxmlformats.org/officeDocument/2006/relationships/slideLayout" Target="../slideLayouts/slideLayout2.xml" 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tx1"/>
                </a:solidFill>
              </a:rPr>
              <a:t>Vandermonde's</a:t>
            </a:r>
            <a:r>
              <a:rPr lang="en-US" altLang="zh-CN" dirty="0">
                <a:solidFill>
                  <a:schemeClr val="tx1"/>
                </a:solidFill>
              </a:rPr>
              <a:t> Identity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1054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Theorem (</a:t>
                </a:r>
                <a:r>
                  <a:rPr lang="en-US" altLang="zh-CN" b="1" dirty="0" err="1">
                    <a:solidFill>
                      <a:srgbClr val="0000FF"/>
                    </a:solidFill>
                  </a:rPr>
                  <a:t>Vandermonde's</a:t>
                </a:r>
                <a:r>
                  <a:rPr lang="en-US" altLang="zh-CN" b="1" dirty="0">
                    <a:solidFill>
                      <a:srgbClr val="0000FF"/>
                    </a:solidFill>
                  </a:rPr>
                  <a:t> identity)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, and</a:t>
                </a:r>
                <a:r>
                  <a:rPr lang="en-US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be integers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. Then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Discovered by Zhu </a:t>
                </a:r>
                <a:r>
                  <a:rPr lang="en-US" altLang="zh-CN" dirty="0" err="1"/>
                  <a:t>Shijie</a:t>
                </a:r>
                <a:r>
                  <a:rPr lang="en-US" altLang="zh-CN" dirty="0"/>
                  <a:t> in 1303.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105400"/>
              </a:xfrm>
              <a:blipFill>
                <a:blip r:embed="rId2"/>
                <a:stretch>
                  <a:fillRect l="-1123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819400"/>
            <a:ext cx="4876800" cy="12257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