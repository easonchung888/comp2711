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2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33" r:id="rId23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23" Type="http://schemas.openxmlformats.org/officeDocument/2006/relationships/slide" Target="slides/slide22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Exercise</a:t>
            </a:r>
            <a:r>
              <a:rPr lang="en-US" altLang="zh-CN" dirty="0">
                <a:solidFill>
                  <a:schemeClr val="tx1"/>
                </a:solidFill>
              </a:rPr>
              <a:t> on Earring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763000" cy="5181600"/>
          </a:xfrm>
        </p:spPr>
        <p:txBody>
          <a:bodyPr/>
          <a:lstStyle/>
          <a:p>
            <a:pPr lvl="0"/>
            <a:r>
              <a:rPr lang="en-US" sz="2000" dirty="0"/>
              <a:t>Mary has </a:t>
            </a:r>
            <a:r>
              <a:rPr lang="en-US" sz="2000" b="1" dirty="0"/>
              <a:t>9 different earrings</a:t>
            </a:r>
            <a:r>
              <a:rPr lang="en-US" sz="2000" dirty="0"/>
              <a:t>. Mary </a:t>
            </a:r>
            <a:r>
              <a:rPr lang="en-US" sz="2000" dirty="0">
                <a:solidFill>
                  <a:srgbClr val="0000FF"/>
                </a:solidFill>
              </a:rPr>
              <a:t>must wear at least one earring</a:t>
            </a:r>
            <a:r>
              <a:rPr lang="en-US" sz="2000" dirty="0"/>
              <a:t>. </a:t>
            </a:r>
            <a:r>
              <a:rPr lang="en-US" sz="2000" dirty="0">
                <a:solidFill>
                  <a:srgbClr val="FF0000"/>
                </a:solidFill>
              </a:rPr>
              <a:t>Each ear has two piercings</a:t>
            </a:r>
            <a:r>
              <a:rPr lang="en-US" sz="2000" dirty="0"/>
              <a:t> for wearing an earring. It is not necessary for her to wear all the 4 earrings on her ears, e.g. she can wear one earring and leave the other 3 piercings empty. How many possible ways for Mary to wear her 9 earrings </a:t>
            </a:r>
            <a:r>
              <a:rPr lang="en-US" sz="2000" dirty="0">
                <a:solidFill>
                  <a:srgbClr val="FF0000"/>
                </a:solidFill>
              </a:rPr>
              <a:t>if the position of the earrings matters</a:t>
            </a:r>
            <a:r>
              <a:rPr lang="en-US" sz="2000" dirty="0"/>
              <a:t>? </a:t>
            </a:r>
          </a:p>
          <a:p>
            <a:r>
              <a:rPr lang="en-US" sz="2000" dirty="0">
                <a:solidFill>
                  <a:srgbClr val="0000FF"/>
                </a:solidFill>
              </a:rPr>
              <a:t>Solution</a:t>
            </a:r>
            <a:r>
              <a:rPr lang="en-US" sz="2000" dirty="0"/>
              <a:t>: </a:t>
            </a:r>
          </a:p>
          <a:p>
            <a:r>
              <a:rPr lang="en-US" sz="2000" dirty="0"/>
              <a:t>If Mary wears 4 earrings there are 9x8x7x6 permutations. </a:t>
            </a:r>
          </a:p>
          <a:p>
            <a:r>
              <a:rPr lang="en-US" sz="2000" dirty="0"/>
              <a:t>If Mary wears 3 earrings we must select the 3 piercings in C(4,3) ways, and permute the earrings in 9x8x7 ways. </a:t>
            </a:r>
          </a:p>
          <a:p>
            <a:r>
              <a:rPr lang="en-US" sz="2000" dirty="0"/>
              <a:t>If Mary wears 2 earrings we must select the 2 piercings in C(4,2) ways, and permute the earrings in 9x8 ways. </a:t>
            </a:r>
          </a:p>
          <a:p>
            <a:r>
              <a:rPr lang="en-US" sz="2000" dirty="0"/>
              <a:t>If Mary wears 1 earring we must select the 1 piercing in C(4,1) ways, and permute the earrings in 9 ways.</a:t>
            </a:r>
          </a:p>
          <a:p>
            <a:r>
              <a:rPr lang="en-US" sz="2000" dirty="0"/>
              <a:t>Sum of all ways is:  C(4,3)x9x8x7 + C(4,2)x9x8 + C(4,1)x9 = 5508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0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