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1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67" r:id="rId3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32" Type="http://schemas.openxmlformats.org/officeDocument/2006/relationships/slide" Target="slides/slide31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?>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 by Bijection Principle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99457"/>
                <a:ext cx="8686800" cy="5257800"/>
              </a:xfrm>
            </p:spPr>
            <p:txBody>
              <a:bodyPr/>
              <a:lstStyle/>
              <a:p>
                <a:r>
                  <a:rPr lang="en-US" altLang="zh-CN" dirty="0"/>
                  <a:t>How many bit strings of length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, contain exactly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1s?</a:t>
                </a:r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Solution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r>
                  <a:rPr lang="en-US" altLang="zh-CN" dirty="0"/>
                  <a:t>How many subsets of a set S with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elements, contain exactly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elements?</a:t>
                </a:r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Solution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:r>
                  <a:rPr lang="en-US" altLang="zh-CN" dirty="0"/>
                  <a:t>We have already seen that there is a 1:1 correspondence between the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subsets of 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k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elements of a set 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S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with cardinality 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n</a:t>
                </a:r>
                <a:r>
                  <a:rPr lang="en-US" altLang="zh-CN" dirty="0"/>
                  <a:t>, with the 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bit strings of length </a:t>
                </a:r>
                <a:r>
                  <a:rPr lang="en-US" altLang="zh-CN" i="1" dirty="0">
                    <a:solidFill>
                      <a:srgbClr val="0000FF"/>
                    </a:solidFill>
                  </a:rPr>
                  <a:t>n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 that contain exactly </a:t>
                </a:r>
                <a:r>
                  <a:rPr lang="en-US" altLang="zh-CN" i="1" dirty="0">
                    <a:solidFill>
                      <a:srgbClr val="0000FF"/>
                    </a:solidFill>
                  </a:rPr>
                  <a:t>k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 1s</a:t>
                </a:r>
                <a:r>
                  <a:rPr lang="en-US" altLang="zh-CN" dirty="0"/>
                  <a:t>. Thus, the answer is the same as the first question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 algn="just"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99457"/>
                <a:ext cx="8686800" cy="5257800"/>
              </a:xfrm>
              <a:blipFill>
                <a:blip r:embed="rId2"/>
                <a:stretch>
                  <a:fillRect l="-912" t="-811" r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7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