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5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2" r:id="rId2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slide" Target="slides/slide25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25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219200" y="4118222"/>
            <a:ext cx="2360676" cy="2005982"/>
          </a:xfrm>
          <a:prstGeom prst="triangle">
            <a:avLst>
              <a:gd name="adj" fmla="val 39129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18C687D-912A-FF40-A079-10541648415E}"/>
              </a:ext>
            </a:extLst>
          </p:cNvPr>
          <p:cNvSpPr/>
          <p:nvPr/>
        </p:nvSpPr>
        <p:spPr bwMode="auto">
          <a:xfrm>
            <a:off x="5105400" y="3609604"/>
            <a:ext cx="1127648" cy="2461884"/>
          </a:xfrm>
          <a:prstGeom prst="triangle">
            <a:avLst>
              <a:gd name="adj" fmla="val 8377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816B6A65-5C3D-B34F-A612-50DDC77C86A1}"/>
              </a:ext>
            </a:extLst>
          </p:cNvPr>
          <p:cNvSpPr/>
          <p:nvPr/>
        </p:nvSpPr>
        <p:spPr bwMode="auto">
          <a:xfrm>
            <a:off x="6111352" y="3609604"/>
            <a:ext cx="1127648" cy="2438400"/>
          </a:xfrm>
          <a:prstGeom prst="triangle">
            <a:avLst>
              <a:gd name="adj" fmla="val 888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50ECE-733C-AB4F-9FFA-98CCD31419D2}"/>
              </a:ext>
            </a:extLst>
          </p:cNvPr>
          <p:cNvSpPr/>
          <p:nvPr/>
        </p:nvSpPr>
        <p:spPr bwMode="auto">
          <a:xfrm>
            <a:off x="6019616" y="411822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113D3578-1FF2-C24E-B1A2-4DB587AC6FA6}"/>
              </a:ext>
            </a:extLst>
          </p:cNvPr>
          <p:cNvSpPr/>
          <p:nvPr/>
        </p:nvSpPr>
        <p:spPr bwMode="auto">
          <a:xfrm>
            <a:off x="1525524" y="4061072"/>
            <a:ext cx="2360676" cy="2005982"/>
          </a:xfrm>
          <a:prstGeom prst="triangle">
            <a:avLst>
              <a:gd name="adj" fmla="val 6247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A09CD-43B0-F94F-A944-95AEFFE1B330}"/>
              </a:ext>
            </a:extLst>
          </p:cNvPr>
          <p:cNvSpPr/>
          <p:nvPr/>
        </p:nvSpPr>
        <p:spPr bwMode="auto">
          <a:xfrm>
            <a:off x="2208276" y="4102347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4F4853-1449-44DB-ADED-4A1794CF712D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4F4853-1449-44DB-ADED-4A1794CF7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0854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