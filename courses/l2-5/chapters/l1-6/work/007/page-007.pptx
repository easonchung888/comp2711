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7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62" r:id="rId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8" Type="http://schemas.openxmlformats.org/officeDocument/2006/relationships/slide" Target="slides/slide7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?>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Example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</p:spPr>
            <p:txBody>
              <a:bodyPr/>
              <a:lstStyle/>
              <a:p>
                <a:r>
                  <a:rPr lang="en-US" altLang="zh-CN" sz="2400" dirty="0"/>
                  <a:t>How many ways are there to select a first-prize winner, a second-prize winner, and a third-prize winner from 100 different people who have entered a contest?</a:t>
                </a:r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en-US" altLang="zh-CN" sz="2400" b="1" dirty="0">
                    <a:solidFill>
                      <a:srgbClr val="0000FF"/>
                    </a:solidFill>
                  </a:rPr>
                  <a:t>Solution:</a:t>
                </a:r>
                <a:br>
                  <a:rPr lang="en-US" altLang="zh-CN" sz="2400" b="1" dirty="0">
                    <a:solidFill>
                      <a:srgbClr val="0000FF"/>
                    </a:solidFill>
                  </a:rPr>
                </a:br>
                <a:r>
                  <a:rPr lang="en-US" altLang="zh-CN" sz="2400" dirty="0"/>
                  <a:t>The order matters as it matters which person wins which prize. Therefore, the number of ways to pick three prize winners is the number of </a:t>
                </a:r>
                <a:r>
                  <a:rPr lang="en-US" altLang="zh-CN" sz="2400" i="1" dirty="0"/>
                  <a:t>ordered</a:t>
                </a:r>
                <a:r>
                  <a:rPr lang="en-US" altLang="zh-CN" sz="2400" dirty="0"/>
                  <a:t> selections of three elements from a set of 100 elements, i.e., the number of 3-permutations of a set of 100 elements.   </a:t>
                </a:r>
                <a:br>
                  <a:rPr lang="en-US" altLang="zh-CN" sz="2400" dirty="0"/>
                </a:br>
                <a:r>
                  <a:rPr lang="en-US" altLang="zh-CN" sz="240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100,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=100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99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98 = 970200</m:t>
                    </m:r>
                  </m:oMath>
                </a14:m>
                <a:r>
                  <a:rPr lang="en-US" altLang="zh-CN" sz="2400" dirty="0"/>
                  <a:t> ways.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  <a:blipFill>
                <a:blip r:embed="rId2"/>
                <a:stretch>
                  <a:fillRect l="-982" t="-768" r="-1825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5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