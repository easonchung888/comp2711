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7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06" r:id="rId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8" Type="http://schemas.openxmlformats.org/officeDocument/2006/relationships/slide" Target="slides/slide7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0.png" /><Relationship Id="rId1" Type="http://schemas.openxmlformats.org/officeDocument/2006/relationships/slideLayout" Target="../slideLayouts/slideLayout2.xml" 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Binomial Theorem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371600"/>
                <a:ext cx="8686800" cy="5334000"/>
              </a:xfrm>
            </p:spPr>
            <p:txBody>
              <a:bodyPr/>
              <a:lstStyle/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Definition: </a:t>
                </a:r>
                <a:r>
                  <a:rPr lang="en-US" altLang="zh-CN" dirty="0"/>
                  <a:t>The number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-combinations of a set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elements, denoted by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, is also called a </a:t>
                </a:r>
                <a:r>
                  <a:rPr lang="en-US" altLang="zh-CN" b="1" dirty="0"/>
                  <a:t>binomial coefficient</a:t>
                </a:r>
                <a:r>
                  <a:rPr lang="en-US" altLang="zh-CN" dirty="0"/>
                  <a:t> because it occurs as a coefficient in the expansion of the power of a binomial expression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Theorem (Binomial theorem)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0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000" i="1" dirty="0"/>
                  <a:t> </a:t>
                </a:r>
                <a:r>
                  <a:rPr lang="en-US" altLang="zh-CN" sz="2000" dirty="0"/>
                  <a:t>be variables and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 be a nonnegative integer. Then</a:t>
                </a:r>
              </a:p>
              <a:p>
                <a:pPr marL="0" indent="0">
                  <a:buNone/>
                </a:pPr>
                <a:endParaRPr lang="en-US" altLang="zh-CN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371600"/>
                <a:ext cx="8686800" cy="5334000"/>
              </a:xfrm>
              <a:blipFill>
                <a:blip r:embed="rId2"/>
                <a:stretch>
                  <a:fillRect l="-982" t="-914"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50" y="4114800"/>
            <a:ext cx="815079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7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