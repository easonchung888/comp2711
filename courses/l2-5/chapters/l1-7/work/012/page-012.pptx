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2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56" r:id="rId13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13" Type="http://schemas.openxmlformats.org/officeDocument/2006/relationships/slide" Target="slides/slide12.xml" /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?>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2.xml" /></Relationships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Corollary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19200"/>
                <a:ext cx="86868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be a nonnegative integer.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Proof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Using the binomial theorem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, we can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19200"/>
                <a:ext cx="8686800" cy="5257800"/>
              </a:xfrm>
              <a:blipFill>
                <a:blip r:embed="rId2"/>
                <a:stretch>
                  <a:fillRect l="-1123" t="-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4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