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7" r:id="rId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2" Type="http://schemas.openxmlformats.org/officeDocument/2006/relationships/slide" Target="slides/slide1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9DCBA1-42CF-8145-B13F-3E8BBD967398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0968766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Page </a:t>
            </a:r>
            <a:r>
              <a:rPr lang="en-US" altLang="zh-CN" smtClean="0"/>
              <a:pPr/>
              <a:t>1</a:t>
            </a:r>
            <a:endParaRPr lang="zh-CN" altLang="en-US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400" dirty="0"/>
              <a:t>Permutations and Combinations</a:t>
            </a:r>
          </a:p>
        </p:txBody>
      </p:sp>
      <p:sp>
        <p:nvSpPr>
          <p:cNvPr id="72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620000" cy="3657600"/>
          </a:xfrm>
          <a:noFill/>
        </p:spPr>
        <p:txBody>
          <a:bodyPr/>
          <a:lstStyle/>
          <a:p>
            <a:r>
              <a:rPr lang="en-US" dirty="0"/>
              <a:t>Objectives</a:t>
            </a:r>
          </a:p>
          <a:p>
            <a:pPr lvl="1"/>
            <a:r>
              <a:rPr lang="en-US" dirty="0"/>
              <a:t>Permutations</a:t>
            </a:r>
          </a:p>
          <a:p>
            <a:pPr lvl="1"/>
            <a:r>
              <a:rPr lang="en-US" dirty="0"/>
              <a:t>Combinations</a:t>
            </a:r>
          </a:p>
          <a:p>
            <a:pPr lvl="1"/>
            <a:r>
              <a:rPr lang="en-US" dirty="0"/>
              <a:t>Generalized Permutations and Combinations </a:t>
            </a:r>
          </a:p>
          <a:p>
            <a:r>
              <a:rPr lang="en-US" dirty="0"/>
              <a:t>Reading: Rosen 6.3, 6.5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5220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