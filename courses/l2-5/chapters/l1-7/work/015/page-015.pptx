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5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60" r:id="rId1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6" Type="http://schemas.openxmlformats.org/officeDocument/2006/relationships/slide" Target="slides/slide15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?>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Number of Subsets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9200"/>
                <a:ext cx="86868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/>
                  <a:t>Prove that for each set </a:t>
                </a:r>
                <a:r>
                  <a:rPr lang="en-US" altLang="zh-CN" sz="2000" i="1" dirty="0"/>
                  <a:t>S</a:t>
                </a:r>
                <a:r>
                  <a:rPr lang="en-US" altLang="zh-CN" sz="2000" dirty="0"/>
                  <a:t> of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 elements, the number of subsets that have even cardinality equals the number of subsets that have odd cardinality</a:t>
                </a:r>
              </a:p>
              <a:p>
                <a:pPr marL="0" indent="0">
                  <a:buNone/>
                </a:pP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/>
                  <a:t>From previous slide: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(−1)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sz="2000" dirty="0"/>
                  <a:t>Therefore,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+…=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The left side of the equation is the number of subsets with even cardinality.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The right side of the equation is the number of subsets with odd cardinality.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Out of the 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dirty="0"/>
                  <a:t> possible subsets: 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dirty="0"/>
                  <a:t>/2=2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baseline="30000" dirty="0"/>
                  <a:t>-1</a:t>
                </a:r>
                <a:r>
                  <a:rPr lang="en-US" altLang="zh-CN" sz="2000" dirty="0"/>
                  <a:t> have even, and 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baseline="30000" dirty="0"/>
                  <a:t>-1</a:t>
                </a:r>
                <a:r>
                  <a:rPr lang="en-US" altLang="zh-CN" sz="2000" dirty="0"/>
                  <a:t> have odd cardinality.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9200"/>
                <a:ext cx="8686800" cy="5638800"/>
              </a:xfrm>
              <a:blipFill>
                <a:blip r:embed="rId2"/>
                <a:stretch>
                  <a:fillRect l="-772" t="-54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4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