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9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78" r:id="rId10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Relationship Id="rId10" Type="http://schemas.openxmlformats.org/officeDocument/2006/relationships/slide" Target="slides/slide9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?>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</a:rPr>
              <a:t>Exercise</a:t>
            </a:r>
            <a:r>
              <a:rPr lang="en-US" altLang="zh-CN" dirty="0">
                <a:solidFill>
                  <a:schemeClr val="tx1"/>
                </a:solidFill>
              </a:rPr>
              <a:t> on Strings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400" dirty="0"/>
                  <a:t>How many permutations of the letters </a:t>
                </a:r>
                <a:r>
                  <a:rPr lang="en-US" altLang="zh-CN" sz="2400" i="1" dirty="0"/>
                  <a:t>ABCDEFGH</a:t>
                </a:r>
                <a:r>
                  <a:rPr lang="en-US" altLang="zh-CN" sz="2400" dirty="0"/>
                  <a:t> contain the string </a:t>
                </a:r>
                <a:r>
                  <a:rPr lang="en-US" altLang="zh-CN" sz="2400" i="1" dirty="0"/>
                  <a:t>ABC</a:t>
                </a:r>
                <a:r>
                  <a:rPr lang="en-US" altLang="zh-CN" sz="2400" dirty="0"/>
                  <a:t>?</a:t>
                </a:r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r>
                  <a:rPr lang="en-US" altLang="zh-CN" sz="2400" b="1" dirty="0">
                    <a:solidFill>
                      <a:srgbClr val="0000FF"/>
                    </a:solidFill>
                  </a:rPr>
                  <a:t>Solution:</a:t>
                </a:r>
                <a:br>
                  <a:rPr lang="en-US" altLang="zh-CN" sz="2400" b="1" dirty="0">
                    <a:solidFill>
                      <a:srgbClr val="0000FF"/>
                    </a:solidFill>
                  </a:rPr>
                </a:br>
                <a:r>
                  <a:rPr lang="en-US" altLang="zh-CN" sz="2400" dirty="0"/>
                  <a:t>Since the string ABC must occur together, we can consider it as a single letter (i.e. denote it by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S</a:t>
                </a:r>
                <a:r>
                  <a:rPr lang="en-US" altLang="zh-CN" sz="2400" dirty="0"/>
                  <a:t>). So now we only need to find the number of permutations of six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S</a:t>
                </a:r>
                <a:r>
                  <a:rPr lang="en-US" altLang="zh-CN" sz="2400" dirty="0"/>
                  <a:t>DEFGH. The answer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(6, 6)=6!=720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82" t="-919" r="-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84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