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0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7" r:id="rId2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21" Type="http://schemas.openxmlformats.org/officeDocument/2006/relationships/slide" Target="slides/slide20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Group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181600"/>
          </a:xfrm>
        </p:spPr>
        <p:txBody>
          <a:bodyPr/>
          <a:lstStyle/>
          <a:p>
            <a:pPr lvl="0"/>
            <a:r>
              <a:rPr lang="en-US" sz="2000" dirty="0"/>
              <a:t>There are </a:t>
            </a:r>
            <a:r>
              <a:rPr lang="en-US" sz="2000" dirty="0">
                <a:solidFill>
                  <a:srgbClr val="FF0000"/>
                </a:solidFill>
              </a:rPr>
              <a:t>7</a:t>
            </a:r>
            <a:r>
              <a:rPr lang="en-US" sz="2000" dirty="0"/>
              <a:t> boys and </a:t>
            </a:r>
            <a:r>
              <a:rPr lang="en-US" sz="2000" dirty="0">
                <a:solidFill>
                  <a:srgbClr val="FF0000"/>
                </a:solidFill>
              </a:rPr>
              <a:t>5</a:t>
            </a:r>
            <a:r>
              <a:rPr lang="en-US" sz="2000" dirty="0"/>
              <a:t> girls in a class. We want to form a </a:t>
            </a:r>
            <a:r>
              <a:rPr lang="en-US" sz="2000" dirty="0">
                <a:solidFill>
                  <a:srgbClr val="0000FF"/>
                </a:solidFill>
              </a:rPr>
              <a:t>4</a:t>
            </a:r>
            <a:r>
              <a:rPr lang="en-US" sz="2000" dirty="0"/>
              <a:t>-person group from these 12 people, so that there is </a:t>
            </a:r>
            <a:r>
              <a:rPr lang="en-US" sz="2000" dirty="0">
                <a:solidFill>
                  <a:srgbClr val="0000FF"/>
                </a:solidFill>
              </a:rPr>
              <a:t>at least 1 girl</a:t>
            </a:r>
            <a:r>
              <a:rPr lang="en-US" sz="2000" dirty="0"/>
              <a:t> in the group. In how many ways can the 4-person group be chosen?</a:t>
            </a:r>
          </a:p>
          <a:p>
            <a:pPr lvl="0"/>
            <a:r>
              <a:rPr lang="en-US" sz="2000" dirty="0">
                <a:solidFill>
                  <a:srgbClr val="0000FF"/>
                </a:solidFill>
              </a:rPr>
              <a:t>Solution:</a:t>
            </a:r>
            <a:endParaRPr lang="en-US" sz="2000" dirty="0"/>
          </a:p>
          <a:p>
            <a:pPr lvl="1"/>
            <a:r>
              <a:rPr lang="en-US" sz="2000" dirty="0"/>
              <a:t>Select without any constraint C(12,4)=495.</a:t>
            </a:r>
          </a:p>
          <a:p>
            <a:pPr lvl="1"/>
            <a:r>
              <a:rPr lang="en-US" sz="2000" dirty="0"/>
              <a:t>Select only boys C(7,4)=35. </a:t>
            </a:r>
          </a:p>
          <a:p>
            <a:pPr lvl="1"/>
            <a:r>
              <a:rPr lang="en-US" sz="2000" dirty="0"/>
              <a:t>Select at least one girl: C(12,4)- C(7,4)=460.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Alternative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Solution:</a:t>
            </a:r>
            <a:r>
              <a:rPr lang="en-US" sz="2000" dirty="0"/>
              <a:t> The group may contain:</a:t>
            </a:r>
          </a:p>
          <a:p>
            <a:pPr lvl="1"/>
            <a:r>
              <a:rPr lang="en-US" sz="2000" dirty="0"/>
              <a:t>4 girls in C(5,4)=5 ways, or </a:t>
            </a:r>
          </a:p>
          <a:p>
            <a:pPr lvl="1"/>
            <a:r>
              <a:rPr lang="en-US" sz="2000" dirty="0"/>
              <a:t>3 girls and 1 boy in C(5,3)</a:t>
            </a:r>
            <a:r>
              <a:rPr lang="en-US" sz="2000" dirty="0" err="1"/>
              <a:t>xC</a:t>
            </a:r>
            <a:r>
              <a:rPr lang="en-US" sz="2000" dirty="0"/>
              <a:t>(7,1)=10x7=70 ways, or</a:t>
            </a:r>
          </a:p>
          <a:p>
            <a:pPr lvl="1"/>
            <a:r>
              <a:rPr lang="en-US" sz="2000" dirty="0"/>
              <a:t>2 girls and 2 boys in C(5,2)</a:t>
            </a:r>
            <a:r>
              <a:rPr lang="en-US" sz="2000" dirty="0" err="1"/>
              <a:t>xC</a:t>
            </a:r>
            <a:r>
              <a:rPr lang="en-US" sz="2000" dirty="0"/>
              <a:t>(7,2)=10x210=210 ways, or</a:t>
            </a:r>
          </a:p>
          <a:p>
            <a:pPr lvl="1"/>
            <a:r>
              <a:rPr lang="en-US" sz="2000" dirty="0"/>
              <a:t>1 girl and 3 boys in C(5,1)</a:t>
            </a:r>
            <a:r>
              <a:rPr lang="en-US" sz="2000" dirty="0" err="1"/>
              <a:t>xC</a:t>
            </a:r>
            <a:r>
              <a:rPr lang="en-US" sz="2000" dirty="0"/>
              <a:t>(7,3) = 5x35 = 175 ways. </a:t>
            </a:r>
          </a:p>
          <a:p>
            <a:pPr lvl="1"/>
            <a:r>
              <a:rPr lang="en-US" sz="2000" dirty="0"/>
              <a:t>The sum of all ways is 460.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1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