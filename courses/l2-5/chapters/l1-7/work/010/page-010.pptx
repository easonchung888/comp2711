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0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72" r:id="rId11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11" Type="http://schemas.openxmlformats.org/officeDocument/2006/relationships/slide" Target="slides/slide10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?>
<Relationships xmlns="http://schemas.openxmlformats.org/package/2006/relationships"><Relationship Id="rId2" Type="http://schemas.openxmlformats.org/officeDocument/2006/relationships/image" Target="../media/image80.png" /><Relationship Id="rId1" Type="http://schemas.openxmlformats.org/officeDocument/2006/relationships/slideLayout" Target="../slideLayouts/slideLayout2.xml" 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Example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What is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CN" dirty="0"/>
                  <a:t> in the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altLang="zh-CN" dirty="0"/>
                  <a:t>?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0000FF"/>
                    </a:solidFill>
                  </a:rPr>
                  <a:t>Solution: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By the Binomial theorem the term involving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(−3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CN" dirty="0"/>
                  <a:t>. Therefore,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altLang="zh-CN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13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3" t="-919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2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