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64" r:id="rId2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22" Type="http://schemas.openxmlformats.org/officeDocument/2006/relationships/slide" Target="slides/slide2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1440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21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B4E2BAD6-F630-144D-ADB9-5B1D403225BE}"/>
              </a:ext>
            </a:extLst>
          </p:cNvPr>
          <p:cNvSpPr/>
          <p:nvPr/>
        </p:nvSpPr>
        <p:spPr bwMode="auto">
          <a:xfrm>
            <a:off x="1219200" y="3124200"/>
            <a:ext cx="2667000" cy="2961904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4C32D41-F35F-F44F-B641-A28BFEC44983}"/>
              </a:ext>
            </a:extLst>
          </p:cNvPr>
          <p:cNvSpPr/>
          <p:nvPr/>
        </p:nvSpPr>
        <p:spPr bwMode="auto">
          <a:xfrm>
            <a:off x="4495800" y="2743200"/>
            <a:ext cx="3124200" cy="3399581"/>
          </a:xfrm>
          <a:prstGeom prst="triangle">
            <a:avLst>
              <a:gd name="adj" fmla="val 5174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6DD25F-A2F4-BE43-8097-9BD322466DD4}"/>
              </a:ext>
            </a:extLst>
          </p:cNvPr>
          <p:cNvSpPr/>
          <p:nvPr/>
        </p:nvSpPr>
        <p:spPr bwMode="auto">
          <a:xfrm>
            <a:off x="3657600" y="3352800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F9853-8274-134B-A52E-A356E233337A}"/>
              </a:ext>
            </a:extLst>
          </p:cNvPr>
          <p:cNvSpPr/>
          <p:nvPr/>
        </p:nvSpPr>
        <p:spPr bwMode="auto">
          <a:xfrm>
            <a:off x="1790700" y="6086103"/>
            <a:ext cx="4608576" cy="64460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982555-4AED-4DD8-9AB0-E99E57F73E5A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4982555-4AED-4DD8-9AB0-E99E57F73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56678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