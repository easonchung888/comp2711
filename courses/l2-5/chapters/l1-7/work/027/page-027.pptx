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7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78" r:id="rId28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28" Type="http://schemas.openxmlformats.org/officeDocument/2006/relationships/slide" Target="slides/slide27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?>
<Relationships xmlns="http://schemas.openxmlformats.org/package/2006/relationships"><Relationship Id="rId3" Type="http://schemas.openxmlformats.org/officeDocument/2006/relationships/image" Target="../media/image220.png" /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12.png" /><Relationship Id="rId4" Type="http://schemas.openxmlformats.org/officeDocument/2006/relationships/image" Target="../media/image17.jpeg" /></Relationships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05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914400" y="2618058"/>
            <a:ext cx="6551676" cy="40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(1641) 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</p:spPr>
            <p:txBody>
              <a:bodyPr/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</a:rPr>
                  <a:t>Corollary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Pascal's identity, together with the initial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 for all integers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, can be used to give a geometric arrangement of the binomial coefficients in a triangle, called Pascal's triangle, as follows: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  <a:blipFill rotWithShape="0">
                <a:blip r:embed="rId3"/>
                <a:stretch>
                  <a:fillRect l="-702" t="-717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27</a:t>
            </a:r>
            <a:endParaRPr lang="en-US"/>
          </a:p>
        </p:txBody>
      </p:sp>
      <p:pic>
        <p:nvPicPr>
          <p:cNvPr id="6" name="Picture 5" descr="051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0183" y="2895600"/>
            <a:ext cx="1184245" cy="1371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C46AAA0-54C0-4B6A-8A36-7458F3D2B808}"/>
                  </a:ext>
                </a:extLst>
              </p:cNvPr>
              <p:cNvSpPr/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C46AAA0-54C0-4B6A-8A36-7458F3D2B8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601958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