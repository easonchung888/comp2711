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6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69" r:id="rId37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37" Type="http://schemas.openxmlformats.org/officeDocument/2006/relationships/slide" Target="slides/slide36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'1.0' encoding='utf-8'?>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Combinatorial 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014438"/>
                <a:ext cx="8686800" cy="41671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there are </a:t>
                </a:r>
                <a:r>
                  <a:rPr lang="en-US" altLang="zh-CN" i="1" dirty="0"/>
                  <a:t>m</a:t>
                </a:r>
                <a:r>
                  <a:rPr lang="en-US" altLang="zh-CN" dirty="0"/>
                  <a:t> elements in one set and</a:t>
                </a:r>
                <a:r>
                  <a:rPr lang="en-US" altLang="zh-CN" i="1" dirty="0"/>
                  <a:t> n </a:t>
                </a:r>
                <a:r>
                  <a:rPr lang="en-US" altLang="zh-CN" dirty="0"/>
                  <a:t>elements in a second set (the two sets are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disjoint</a:t>
                </a:r>
                <a:r>
                  <a:rPr lang="en-US" altLang="zh-CN" dirty="0"/>
                  <a:t>). Then the total number of ways to choose 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 elements from the union of the two sets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Another way to choose 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 elements from the union is to choose 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 –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elements from the first set and then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elements from the second set, where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is an integer with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By the product rule, this can be done 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ways. Consequently,</a:t>
                </a:r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014438"/>
                <a:ext cx="8686800" cy="4167162"/>
              </a:xfrm>
              <a:blipFill>
                <a:blip r:embed="rId2"/>
                <a:stretch>
                  <a:fillRect l="-1123" t="-1023" r="-1614" b="-43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953000"/>
            <a:ext cx="4876800" cy="1225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8432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