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5" r:id="rId1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slide" Target="slides/slide12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Parking 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763000" cy="5181600"/>
          </a:xfrm>
        </p:spPr>
        <p:txBody>
          <a:bodyPr/>
          <a:lstStyle/>
          <a:p>
            <a:pPr lvl="0"/>
            <a:r>
              <a:rPr lang="en-US" dirty="0"/>
              <a:t>A parking lot has 10 parking spaces arranged in a row. There are 7 different cars parked in 7 of these parking spaces. How many ways are there to park the cars such that the three empty places are adjacent to each other?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Solution</a:t>
            </a:r>
            <a:r>
              <a:rPr lang="en-US" dirty="0"/>
              <a:t> </a:t>
            </a:r>
          </a:p>
          <a:p>
            <a:r>
              <a:rPr lang="en-US" dirty="0"/>
              <a:t>The beginning of the 3 empty spaces can be at positions 1,2,…,8. For each of the 8 choices, there are 7! permutations of the 7 cars. Thus: 7!8=40320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4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