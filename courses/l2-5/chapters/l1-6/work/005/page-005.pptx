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8" r:id="rId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?>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-Permutation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8686800" cy="48768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A </a:t>
                </a:r>
                <a:r>
                  <a:rPr lang="en-US" altLang="zh-CN" sz="2400" b="1" i="1" dirty="0"/>
                  <a:t>k</a:t>
                </a:r>
                <a:r>
                  <a:rPr lang="en-US" altLang="zh-CN" sz="2400" b="1" dirty="0"/>
                  <a:t>-permutation</a:t>
                </a:r>
                <a:r>
                  <a:rPr lang="en-US" altLang="zh-CN" sz="2400" dirty="0"/>
                  <a:t> (or </a:t>
                </a:r>
                <a:r>
                  <a:rPr lang="en-US" altLang="zh-CN" sz="2400" b="1" i="1" dirty="0"/>
                  <a:t>k</a:t>
                </a:r>
                <a:r>
                  <a:rPr lang="en-US" altLang="zh-CN" sz="2400" b="1" dirty="0"/>
                  <a:t>-element permutation</a:t>
                </a:r>
                <a:r>
                  <a:rPr lang="en-US" altLang="zh-CN" sz="2400" dirty="0"/>
                  <a:t>) of a set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distinct elements is an ordered arrangement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elements of the set.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Example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={1, 2, 3}</m:t>
                    </m:r>
                  </m:oMath>
                </a14:m>
                <a:r>
                  <a:rPr lang="en-US" altLang="zh-CN" sz="2400" dirty="0"/>
                  <a:t>. The ordered arrangement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(3, 2)</m:t>
                    </m:r>
                  </m:oMath>
                </a14:m>
                <a:r>
                  <a:rPr lang="en-US" altLang="zh-CN" sz="2400" dirty="0"/>
                  <a:t> is a 2-permutation of </a:t>
                </a:r>
                <a:r>
                  <a:rPr lang="en-US" altLang="zh-CN" sz="2400" i="1" dirty="0"/>
                  <a:t>S</a:t>
                </a:r>
                <a:r>
                  <a:rPr lang="en-US" altLang="zh-CN" sz="2400" dirty="0"/>
                  <a:t>.</a:t>
                </a:r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is a different 2-permutation.</a:t>
                </a: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A </a:t>
                </a:r>
                <a:r>
                  <a:rPr lang="en-US" altLang="zh-CN" sz="2400" b="1" i="1" dirty="0"/>
                  <a:t>n</a:t>
                </a:r>
                <a:r>
                  <a:rPr lang="en-US" altLang="zh-CN" sz="2400" b="1" dirty="0"/>
                  <a:t>-permutation</a:t>
                </a:r>
                <a:r>
                  <a:rPr lang="en-US" altLang="zh-CN" sz="2400" dirty="0"/>
                  <a:t> of a set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distinct elements is simply called a permutation of the set. </a:t>
                </a: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8686800" cy="4876800"/>
              </a:xfrm>
              <a:blipFill>
                <a:blip r:embed="rId2"/>
                <a:stretch>
                  <a:fillRect l="-912" t="-1000" r="-211" b="-87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2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