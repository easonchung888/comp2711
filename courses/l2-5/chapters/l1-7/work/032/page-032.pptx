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2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87" r:id="rId33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33" Type="http://schemas.openxmlformats.org/officeDocument/2006/relationships/slide" Target="slides/slide32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2.xml.rels><?xml version='1.0' encoding='utf-8'?>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gif" /><Relationship Id="rId1" Type="http://schemas.openxmlformats.org/officeDocument/2006/relationships/slideLayout" Target="../slideLayouts/slideLayout2.xml" /></Relationships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32</a:t>
            </a:r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The numbers of distinct paths to each square by a rook, when only rightward and downward movements are considered.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6D67F1-D6AE-494E-AD2F-95C1C711568F}"/>
              </a:ext>
            </a:extLst>
          </p:cNvPr>
          <p:cNvSpPr/>
          <p:nvPr/>
        </p:nvSpPr>
        <p:spPr bwMode="auto">
          <a:xfrm>
            <a:off x="6705600" y="4136877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D708E9-D004-C848-AB6C-8BCAC9DC645A}"/>
              </a:ext>
            </a:extLst>
          </p:cNvPr>
          <p:cNvSpPr/>
          <p:nvPr/>
        </p:nvSpPr>
        <p:spPr bwMode="auto">
          <a:xfrm>
            <a:off x="7543800" y="32004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05AB8-1D11-BD4E-AAAD-189113D9F0E4}"/>
              </a:ext>
            </a:extLst>
          </p:cNvPr>
          <p:cNvSpPr/>
          <p:nvPr/>
        </p:nvSpPr>
        <p:spPr bwMode="auto">
          <a:xfrm>
            <a:off x="7599427" y="4114800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D6D649-80DB-254E-9D14-8490BE498676}"/>
              </a:ext>
            </a:extLst>
          </p:cNvPr>
          <p:cNvSpPr/>
          <p:nvPr/>
        </p:nvSpPr>
        <p:spPr bwMode="auto">
          <a:xfrm>
            <a:off x="7627307" y="3257492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05348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