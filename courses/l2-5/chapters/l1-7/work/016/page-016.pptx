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6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61" r:id="rId1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17" Type="http://schemas.openxmlformats.org/officeDocument/2006/relationships/slide" Target="slides/slide16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?>
<Relationships xmlns="http://schemas.openxmlformats.org/package/2006/relationships"><Relationship Id="rId2" Type="http://schemas.openxmlformats.org/officeDocument/2006/relationships/image" Target="../media/image130.png" /><Relationship Id="rId1" Type="http://schemas.openxmlformats.org/officeDocument/2006/relationships/slideLayout" Target="../slideLayouts/slideLayout2.xml" 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Corollary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be a positive integer.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the binomial theorem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(1+2)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This proves the corollary.</a:t>
                </a:r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92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6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