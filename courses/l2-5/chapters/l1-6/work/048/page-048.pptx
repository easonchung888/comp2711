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8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401" r:id="rId4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49" Type="http://schemas.openxmlformats.org/officeDocument/2006/relationships/slide" Target="slides/slide48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8.xml.rels><?xml version='1.0' encoding='utf-8'?>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Exercise </a:t>
            </a:r>
            <a:r>
              <a:rPr lang="en-US" dirty="0"/>
              <a:t>on Equation Solutions with maximum constraint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295400"/>
                <a:ext cx="8839200" cy="4953000"/>
              </a:xfrm>
            </p:spPr>
            <p:txBody>
              <a:bodyPr/>
              <a:lstStyle/>
              <a:p>
                <a:r>
                  <a:rPr lang="en-US" sz="2000" dirty="0"/>
                  <a:t>Suppose that a cookie shop has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3 different kinds of cookies</a:t>
                </a:r>
                <a:r>
                  <a:rPr lang="en-US" sz="2000" dirty="0"/>
                  <a:t>. However, </a:t>
                </a:r>
                <a:r>
                  <a:rPr lang="en-US" sz="2000" dirty="0">
                    <a:ea typeface="Cambria Math" pitchFamily="18" charset="0"/>
                  </a:rPr>
                  <a:t>some cookie box (say </a:t>
                </a:r>
                <a:r>
                  <a:rPr lang="en-US" sz="2000" dirty="0">
                    <a:solidFill>
                      <a:srgbClr val="0000FF"/>
                    </a:solidFill>
                    <a:ea typeface="Cambria Math" pitchFamily="18" charset="0"/>
                  </a:rPr>
                  <a:t>kind 3</a:t>
                </a:r>
                <a:r>
                  <a:rPr lang="en-US" sz="2000" dirty="0">
                    <a:ea typeface="Cambria Math" pitchFamily="18" charset="0"/>
                  </a:rPr>
                  <a:t>) contains only </a:t>
                </a:r>
                <a:r>
                  <a:rPr lang="en-US" sz="2000" dirty="0">
                    <a:solidFill>
                      <a:srgbClr val="0000FF"/>
                    </a:solidFill>
                  </a:rPr>
                  <a:t>2 cookies</a:t>
                </a:r>
                <a:r>
                  <a:rPr lang="en-US" sz="2000" dirty="0"/>
                  <a:t>. In how many different ways can </a:t>
                </a:r>
                <a:r>
                  <a:rPr lang="en-US" sz="2000" dirty="0">
                    <a:solidFill>
                      <a:srgbClr val="0000FF"/>
                    </a:solidFill>
                  </a:rPr>
                  <a:t>5</a:t>
                </a:r>
                <a:r>
                  <a:rPr lang="en-US" sz="2000" dirty="0"/>
                  <a:t> cookies be chosen, </a:t>
                </a:r>
                <a:r>
                  <a:rPr lang="en-US" sz="2000" dirty="0">
                    <a:solidFill>
                      <a:srgbClr val="0000FF"/>
                    </a:solidFill>
                  </a:rPr>
                  <a:t>so that you have at most 2 cookies of kind 1</a:t>
                </a:r>
                <a:r>
                  <a:rPr lang="en-US" sz="2000" dirty="0"/>
                  <a:t>?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</a:rPr>
                  <a:t>Solution</a:t>
                </a:r>
                <a:br>
                  <a:rPr lang="en-US" sz="2000" b="1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From previous slides of “Exercises on Equation Solutions”, without any constraint, the number of solutions is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3+5−1,5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=21.   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The number of solutions for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≥3 is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!2!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Thus, the number of solutions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&lt; 3 is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= 21-6 = 15.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295400"/>
                <a:ext cx="8839200" cy="4953000"/>
              </a:xfrm>
              <a:blipFill>
                <a:blip r:embed="rId2"/>
                <a:stretch>
                  <a:fillRect l="-717" t="-767" r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0354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