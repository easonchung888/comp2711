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4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9" r:id="rId3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35" Type="http://schemas.openxmlformats.org/officeDocument/2006/relationships/slide" Target="slides/slide34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34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</a:rPr>
              <a:t>20=C(6,3)</a:t>
            </a:r>
            <a:r>
              <a:rPr lang="en-US" b="0" dirty="0"/>
              <a:t> – There is a total of 6 moves down/right. If we select the 3 moves down (or right), we fix the entire path.</a:t>
            </a:r>
          </a:p>
        </p:txBody>
      </p:sp>
    </p:spTree>
    <p:extLst>
      <p:ext uri="{BB962C8B-B14F-4D97-AF65-F5344CB8AC3E}">
        <p14:creationId xmlns:p14="http://schemas.microsoft.com/office/powerpoint/2010/main" val="150992385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