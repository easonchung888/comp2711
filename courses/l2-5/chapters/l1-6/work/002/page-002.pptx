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4" r:id="rId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3" Type="http://schemas.openxmlformats.org/officeDocument/2006/relationships/slide" Target="slides/slide2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86012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Permutations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3000"/>
                <a:ext cx="8686800" cy="5715000"/>
              </a:xfrm>
            </p:spPr>
            <p:txBody>
              <a:bodyPr/>
              <a:lstStyle/>
              <a:p>
                <a:r>
                  <a:rPr lang="en-US" altLang="zh-CN" sz="2400" dirty="0"/>
                  <a:t>In how many ways can we select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three</a:t>
                </a:r>
                <a:r>
                  <a:rPr lang="en-US" altLang="zh-CN" sz="2400" dirty="0"/>
                  <a:t> students from a group of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five</a:t>
                </a:r>
                <a:r>
                  <a:rPr lang="en-US" altLang="zh-CN" sz="2400" dirty="0"/>
                  <a:t> students to stand in line for a photo?</a:t>
                </a:r>
              </a:p>
              <a:p>
                <a:r>
                  <a:rPr lang="en-US" altLang="zh-CN" u="sng" dirty="0"/>
                  <a:t>Note: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the order in which the students are selected matters</a:t>
                </a:r>
                <a:r>
                  <a:rPr lang="en-US" altLang="zh-CN" dirty="0"/>
                  <a:t> because it changes the order in the photo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rgbClr val="0000FF"/>
                  </a:solidFill>
                </a:endParaRP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There are 5 ways to select the first student to stand at the start of the line. Afterwards, there are 4 ways to select the student to stand second in the line from the remaining 4 students. Finally, there are 3 ways to select the third student in line. By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product rule</a:t>
                </a:r>
                <a:r>
                  <a:rPr lang="en-US" altLang="zh-CN" sz="2400" dirty="0"/>
                  <a:t>, there are a total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3=60</m:t>
                    </m:r>
                  </m:oMath>
                </a14:m>
                <a:r>
                  <a:rPr lang="en-US" altLang="zh-CN" sz="2400" dirty="0"/>
                  <a:t> ways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3000"/>
                <a:ext cx="8686800" cy="5715000"/>
              </a:xfrm>
              <a:blipFill>
                <a:blip r:embed="rId3"/>
                <a:stretch>
                  <a:fillRect l="-982" t="-747" r="-1123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