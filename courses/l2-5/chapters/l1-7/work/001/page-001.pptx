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58" r:id="rId2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9DCBA1-42CF-8145-B13F-3E8BBD967398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5794319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altLang="zh-CN"/>
              <a:t>Page </a:t>
            </a:r>
            <a:r>
              <a:rPr lang="en-US" altLang="zh-CN" smtClean="0"/>
              <a:pPr/>
              <a:t>1</a:t>
            </a:r>
            <a:endParaRPr lang="zh-CN" altLang="en-US"/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Binomial Coefficients</a:t>
            </a:r>
          </a:p>
        </p:txBody>
      </p:sp>
      <p:sp>
        <p:nvSpPr>
          <p:cNvPr id="72704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6096000" cy="3657600"/>
          </a:xfrm>
          <a:noFill/>
        </p:spPr>
        <p:txBody>
          <a:bodyPr/>
          <a:lstStyle/>
          <a:p>
            <a:r>
              <a:rPr lang="en-US" altLang="zh-CN" dirty="0"/>
              <a:t>Binomial Theorem</a:t>
            </a:r>
          </a:p>
          <a:p>
            <a:r>
              <a:rPr lang="en-US" altLang="zh-CN" dirty="0"/>
              <a:t>Pascal’s Identity and Triangle</a:t>
            </a:r>
          </a:p>
          <a:p>
            <a:r>
              <a:rPr lang="en-US" altLang="zh-CN" dirty="0"/>
              <a:t>Some Other Identities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Reading: Rosen 6.4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